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7" r:id="rId9"/>
    <p:sldId id="269" r:id="rId10"/>
    <p:sldId id="268" r:id="rId11"/>
    <p:sldId id="262" r:id="rId12"/>
    <p:sldId id="270" r:id="rId13"/>
    <p:sldId id="271" r:id="rId14"/>
    <p:sldId id="264" r:id="rId15"/>
    <p:sldId id="272" r:id="rId16"/>
    <p:sldId id="273" r:id="rId17"/>
    <p:sldId id="265" r:id="rId18"/>
    <p:sldId id="266" r:id="rId19"/>
  </p:sldIdLst>
  <p:sldSz cx="9144000" cy="5143500" type="screen16x9"/>
  <p:notesSz cx="6858000" cy="9144000"/>
  <p:embeddedFontLst>
    <p:embeddedFont>
      <p:font typeface="Play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00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d18d9f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d18d9f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4700" y="20213"/>
            <a:ext cx="8406600" cy="12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703"/>
              <a:buFont typeface="Arial"/>
              <a:buNone/>
            </a:pPr>
            <a:r>
              <a:rPr lang="ru" sz="2700" dirty="0"/>
              <a:t>ОГАН ОО «Центр Алые Паруса» - IT-куб Ульяновск</a:t>
            </a:r>
            <a:endParaRPr sz="27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97700" y="1120836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5000"/>
              <a:buFont typeface="Arial"/>
              <a:buNone/>
            </a:pPr>
            <a:r>
              <a:rPr lang="ru" sz="40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Игра «Snake Game»</a:t>
            </a:r>
            <a:endParaRPr sz="40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254700" y="1711291"/>
            <a:ext cx="8821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Секция «Информатика», номинация «программирование, компьютерные игры»</a:t>
            </a:r>
            <a:endParaRPr sz="24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4311775" y="2538925"/>
            <a:ext cx="4494300" cy="24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Автор работы: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Киямов Эмиль Маратович, 8 класс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Научный руководитель работы: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Шувалова Валерия Дмитриевна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Педагог дополнительного образования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89278154444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dirty="0"/>
              <a:t>Игра </a:t>
            </a:r>
            <a:r>
              <a:rPr lang="ru" sz="4600" dirty="0">
                <a:solidFill>
                  <a:schemeClr val="tx1"/>
                </a:solidFill>
                <a:highlight>
                  <a:srgbClr val="00FFFF"/>
                </a:highlight>
              </a:rPr>
              <a:t>“</a:t>
            </a:r>
            <a:r>
              <a:rPr lang="ru" sz="4600" b="1" dirty="0">
                <a:solidFill>
                  <a:schemeClr val="tx1"/>
                </a:solidFill>
                <a:highlight>
                  <a:srgbClr val="00FFFF"/>
                </a:highlight>
              </a:rPr>
              <a:t>Snake Game</a:t>
            </a:r>
            <a:r>
              <a:rPr lang="ru" sz="4600" dirty="0">
                <a:solidFill>
                  <a:schemeClr val="tx1"/>
                </a:solidFill>
                <a:highlight>
                  <a:srgbClr val="00FFFF"/>
                </a:highlight>
              </a:rPr>
              <a:t>”</a:t>
            </a:r>
            <a:r>
              <a:rPr lang="ru" sz="4600" dirty="0">
                <a:solidFill>
                  <a:schemeClr val="tx1"/>
                </a:solidFill>
              </a:rPr>
              <a:t>, </a:t>
            </a:r>
            <a:r>
              <a:rPr lang="ru" sz="4600" dirty="0"/>
              <a:t>написанная с использованием библиотеки pygame</a:t>
            </a:r>
            <a:endParaRPr sz="4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dirty="0"/>
              <a:t>(Python)</a:t>
            </a:r>
            <a:endParaRPr sz="4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58B9D-BB89-5A6D-63D1-2FBAFD8E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j-lt"/>
              </a:rPr>
              <a:t>Об </a:t>
            </a:r>
            <a:r>
              <a:rPr lang="ru-RU" dirty="0">
                <a:highlight>
                  <a:srgbClr val="00FF00"/>
                </a:highlight>
                <a:latin typeface="+mj-lt"/>
              </a:rPr>
              <a:t>игре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95E45B-380B-E431-F56D-C14F59723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Классическая аркадная игра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Управление змейкой стрелками клавиатуры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Съедайте яблоки, становитесь длинней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Избегайте столкновений со стенами и своим телом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396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15BCB-D03B-7819-A90F-A38C4671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</a:t>
            </a:r>
            <a:r>
              <a:rPr lang="ru-RU" dirty="0">
                <a:highlight>
                  <a:srgbClr val="FF0000"/>
                </a:highlight>
              </a:rPr>
              <a:t>возможности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115AA6-0F29-7B1C-B559-C3EF09194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Выбор цвета змейки (зелёный, синий, красный)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Динамическая система скоринга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Звуковые эффекты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Отслеживание лучшего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64625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8261A-2AC4-0A58-1675-BFE8DEEB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</a:t>
            </a:r>
            <a:r>
              <a:rPr lang="ru-RU" dirty="0">
                <a:highlight>
                  <a:srgbClr val="00FF00"/>
                </a:highlight>
              </a:rPr>
              <a:t>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30CD06-5160-84E1-49DB-0A02F38E2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Классы: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596900" lvl="1" indent="0">
              <a:buNone/>
            </a:pPr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Head, Body, Apples, Text, Button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Функции: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596900" lvl="1" indent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main(),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main_ui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Ресурсы: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596900" lvl="1" indent="0"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изображения, звуки, фон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67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51308-72AF-3EDB-646C-6E196B32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1267971"/>
            <a:ext cx="8385413" cy="2607558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Основные </a:t>
            </a:r>
            <a:r>
              <a:rPr lang="ru-RU" sz="4400" dirty="0">
                <a:solidFill>
                  <a:schemeClr val="tx1"/>
                </a:solidFill>
                <a:highlight>
                  <a:srgbClr val="00FFFF"/>
                </a:highlight>
              </a:rPr>
              <a:t>классы</a:t>
            </a:r>
            <a:r>
              <a:rPr lang="ru-RU" sz="4400" dirty="0"/>
              <a:t> и их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96284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3D188-9301-FC5A-966A-FE66A0E2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Класс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Head 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ru-RU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голова змейки)</a:t>
            </a:r>
            <a:br>
              <a:rPr lang="ru-RU" b="1" i="0" dirty="0">
                <a:solidFill>
                  <a:srgbClr val="38BDF8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96B080-6A46-E8AF-318D-1337C3EEF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Отвечает за движение и управление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Координаты позиции на сетке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Текущее направление</a:t>
            </a:r>
            <a:endParaRPr lang="en-US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96900" lvl="1" indent="0">
              <a:buNone/>
            </a:pP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365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0758E-AC4F-3CA4-BE3C-23B330F4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/>
              <a:t>move()</a:t>
            </a:r>
            <a:r>
              <a:rPr lang="ru-RU" dirty="0"/>
              <a:t>, отвечает за движение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F49259-E51B-88BB-9F7A-DBFF59FF8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8CEC6F-2D22-6162-F9C9-BA031FD9F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152475"/>
            <a:ext cx="3281082" cy="2400657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def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7A65D"/>
                </a:solidFill>
                <a:effectLst/>
                <a:latin typeface="+mn-lt"/>
              </a:rPr>
              <a:t>move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.old_cords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+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40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40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40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+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40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&gt;= W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&gt;= H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.los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die_sound.play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494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CCE02-D953-08E0-C9D3-76646704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Переменные </a:t>
            </a:r>
            <a:r>
              <a:rPr lang="en-US" dirty="0" err="1"/>
              <a:t>self.cords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self.old_cords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8E182D-287B-E302-171D-B5F3253F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Позволяют сохранять текущее положение и предыдущее для корректного отображения змейки на поле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20AB3B-E3E6-9D6B-B82F-FE8FAD165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954356"/>
            <a:ext cx="6300975" cy="25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2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9BD04-CB25-5676-1D00-5ED75F6D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/>
              <a:t>direct()</a:t>
            </a:r>
            <a:r>
              <a:rPr lang="ru-RU" dirty="0"/>
              <a:t>, отвечает за направление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DF3674-8BA6-AEE1-BDC8-801F200C0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17A728-31A4-26F8-5577-87CDFAEC6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152475"/>
            <a:ext cx="4363571" cy="3016210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def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7A65D"/>
                </a:solidFill>
                <a:effectLst/>
                <a:latin typeface="+mn-lt"/>
              </a:rPr>
              <a:t>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d):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and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!=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pg.image.load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f'images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/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{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head.color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}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_head.png'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-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90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pg.transform.scale_by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2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'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and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!=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pg.image.load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90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pg.transform.scale_by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2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and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!=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pg.image.load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180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pg.transform.scale_by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2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'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and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!=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pg.image.load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pg.transform.scale_by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2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self.direction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310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91C53-7156-C5E7-82E9-0B621311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Класс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Body (</a:t>
            </a:r>
            <a:r>
              <a:rPr lang="ru-RU" b="1" i="0" dirty="0"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тело змейки)</a:t>
            </a:r>
            <a:br>
              <a:rPr lang="ru-RU" b="1" i="0" dirty="0">
                <a:solidFill>
                  <a:srgbClr val="38BDF8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285852-3839-8FC8-19C5-B75D2C3CC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Каждый сегмент тела следует за предыдущим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Динамическая смена спрайтов при поворотах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Корректная работа прямых и угловых сегментов</a:t>
            </a:r>
          </a:p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Отличие хвоста от обычного тела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9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D66CB-D4E4-70E4-9008-D7C3941B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Модуль </a:t>
            </a:r>
            <a:r>
              <a:rPr lang="en-US" dirty="0"/>
              <a:t>draw()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193015-FC41-8F1D-0561-8F659AA75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Отвечает за корректность отображения сегментов змейки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FDCBD7-1E71-3DA0-38FD-CD30FBBE8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4" y="1651000"/>
            <a:ext cx="781050" cy="12096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C470AA-2F68-D313-0705-A0A543BFC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18" y="1651000"/>
            <a:ext cx="800100" cy="12096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95A6EA0-08A4-4B34-4920-F5B253D43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252" y="1651000"/>
            <a:ext cx="1562100" cy="27336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937C8B-DE38-350F-9084-778F40A97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170" y="1679574"/>
            <a:ext cx="1943100" cy="26765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3F14AFC-4857-40A7-47DC-56447D165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170" y="1631950"/>
            <a:ext cx="26574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6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F97A6-23A2-DD2D-D981-4564A513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813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/>
              <a:t>direct()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3DA80A-684F-612F-FF17-B8DAA7AE9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7881555" cy="34164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Отвечает за поворот каждого сегмента змейки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E62DA8-8782-C8A2-FFFB-9A825B6B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891179"/>
            <a:ext cx="3207124" cy="1938992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def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7A65D"/>
                </a:solidFill>
                <a:effectLst/>
                <a:latin typeface="+mn-lt"/>
              </a:rPr>
              <a:t>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d):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.direction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def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7A65D"/>
                </a:solidFill>
                <a:effectLst/>
                <a:latin typeface="+mn-lt"/>
              </a:rPr>
              <a:t>find_dir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].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-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90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].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90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].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pg.transform.rotate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.surf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180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].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pass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2778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43AF-8733-8012-B836-047FFA0D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Игровой </a:t>
            </a:r>
            <a:r>
              <a:rPr lang="ru-RU" dirty="0">
                <a:highlight>
                  <a:srgbClr val="FF0000"/>
                </a:highlight>
              </a:rPr>
              <a:t>цикл</a:t>
            </a:r>
            <a:r>
              <a:rPr lang="en-US" dirty="0"/>
              <a:t> “main()”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1C80E3-2134-58EA-858C-F553ED0C4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Чтение ввода пользователя (стрелки клавиатуры)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Обновление позиции головы и тела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столкновений и сбора яблок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Рендеринг всех объектов на экран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565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D6ED5-DC30-BE60-9612-A3616E67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Чтение ввода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76FB2-74D0-A042-4974-ED350C229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Создается маска для считывания клавиш, нажатая клавиша сохраняется в переменной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AC7B30-44E6-A8D7-4B1C-9ADD5B1C7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559" y="2045067"/>
            <a:ext cx="1680882" cy="1631216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pg.key.get_pressed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pg.K_LEFT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pg.K_RIGHT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pg.K_UP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pg.K_DOWN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3691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28F9B-E7E2-377A-8660-10D9267C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Обновление позиции частей тела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773435-0E4B-F9B2-DA7A-F57E4CAEF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Поворачивает змейку в нужном направлении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671C4C-60B6-97F3-B683-56E8BFD0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479" y="1839233"/>
            <a:ext cx="3355041" cy="2400657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cnt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&gt;=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left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right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up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elif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key_pressed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head.direct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down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2A362"/>
                </a:solidFill>
                <a:effectLst/>
                <a:latin typeface="+mn-lt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old_positions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elem.cords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elem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head.move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i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+mn-lt"/>
              </a:rPr>
              <a:t>range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+mn-lt"/>
              </a:rPr>
              <a:t>len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)):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[i].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move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old_positions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[i -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cnt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AE631-8E33-1C39-9FDC-E4941BFC4040}"/>
              </a:ext>
            </a:extLst>
          </p:cNvPr>
          <p:cNvSpPr txBox="1"/>
          <p:nvPr/>
        </p:nvSpPr>
        <p:spPr>
          <a:xfrm>
            <a:off x="3190314" y="4436865"/>
            <a:ext cx="2763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cnt</a:t>
            </a:r>
            <a:r>
              <a:rPr lang="ru-RU" dirty="0"/>
              <a:t>- задержка перед следующим поворотом</a:t>
            </a:r>
          </a:p>
        </p:txBody>
      </p:sp>
    </p:spTree>
    <p:extLst>
      <p:ext uri="{BB962C8B-B14F-4D97-AF65-F5344CB8AC3E}">
        <p14:creationId xmlns:p14="http://schemas.microsoft.com/office/powerpoint/2010/main" val="212506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C3BD8-35CD-A4B9-7B68-4A521E5E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Система коллизий</a:t>
            </a:r>
            <a:br>
              <a:rPr lang="ru-RU" b="1" i="0" dirty="0">
                <a:solidFill>
                  <a:srgbClr val="38BDF8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0A99F8-7F84-1409-D8DD-58CAF14AD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выхода за границы экрана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пересечения с телом змейки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Обнаружение съедения яблока</a:t>
            </a:r>
          </a:p>
          <a:p>
            <a:pPr marL="114300" indent="0">
              <a:buNone/>
            </a:pP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C98C2A-477C-113D-00EE-9D20CD7F9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69" y="2358646"/>
            <a:ext cx="1748118" cy="861774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part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:]: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part.cords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head.los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die_sound.play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E78CFF-07FE-5FF8-BBFD-CD9392C4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356" y="2358646"/>
            <a:ext cx="4297279" cy="861774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&gt;= W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&gt;= H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&lt;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0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+mn-lt"/>
              </a:rPr>
              <a:t>self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.los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die_sound.play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D593EE9-F44D-14EB-37B7-9E180A7C5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69" y="3362945"/>
            <a:ext cx="4249271" cy="1477328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: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last_part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[-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body_parts.append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(Body(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last_part.cords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occupied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elem.cords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elem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body_parts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 + [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for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E0957B"/>
                </a:solidFill>
                <a:effectLst/>
                <a:latin typeface="+mn-lt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]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apple.cords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apple_rand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occupied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head.score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+mn-lt"/>
              </a:rPr>
              <a:t>str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+mn-lt"/>
              </a:rPr>
              <a:t>int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head.score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 +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4DACF0"/>
                </a:solidFill>
                <a:effectLst/>
                <a:latin typeface="+mn-lt"/>
              </a:rPr>
              <a:t>1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eat_sound.play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9C9D1"/>
                </a:solidFill>
                <a:effectLst/>
                <a:latin typeface="+mn-lt"/>
              </a:rPr>
              <a:t>()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8371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46540-FEF5-9A2F-52E9-C9AF5A1A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Пользовательский </a:t>
            </a:r>
            <a:r>
              <a:rPr lang="ru-RU" dirty="0">
                <a:highlight>
                  <a:srgbClr val="00FFFF"/>
                </a:highlight>
              </a:rPr>
              <a:t>интерфейс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0FE9B9-55DB-A131-B7D4-BE2517003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Главное меню с выбором цвета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(def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main_ui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Отображение текущего счёта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(score)</a:t>
            </a: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Отображение лучшего результата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(highest score)</a:t>
            </a: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Экран Game 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lang="ru-RU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кнопкой перезагрузки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(def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5443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1412</Words>
  <Application>Microsoft Office PowerPoint</Application>
  <PresentationFormat>Экран (16:9)</PresentationFormat>
  <Paragraphs>75</Paragraphs>
  <Slides>18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Play</vt:lpstr>
      <vt:lpstr>Arial</vt:lpstr>
      <vt:lpstr>Simple Light</vt:lpstr>
      <vt:lpstr>ОГАН ОО «Центр Алые Паруса» - IT-куб Ульяновск</vt:lpstr>
      <vt:lpstr>Игра “Snake Game”, написанная с использованием библиотеки pygame (Python)</vt:lpstr>
      <vt:lpstr>Об игре</vt:lpstr>
      <vt:lpstr>Основные возможности</vt:lpstr>
      <vt:lpstr>Структура проекта</vt:lpstr>
      <vt:lpstr>Основные классы и их функции</vt:lpstr>
      <vt:lpstr>Класс Head (голова змейки) </vt:lpstr>
      <vt:lpstr>Функция move(), отвечает за движение</vt:lpstr>
      <vt:lpstr>Переменные self.cords и self.old_cords</vt:lpstr>
      <vt:lpstr>Функция direct(), отвечает за направление</vt:lpstr>
      <vt:lpstr>Класс Body (тело змейки) </vt:lpstr>
      <vt:lpstr>Модуль draw()</vt:lpstr>
      <vt:lpstr>Функция direct()</vt:lpstr>
      <vt:lpstr>Игровой цикл “main()”</vt:lpstr>
      <vt:lpstr>Чтение ввода</vt:lpstr>
      <vt:lpstr>Обновление позиции частей тела</vt:lpstr>
      <vt:lpstr>Система коллизий </vt:lpstr>
      <vt:lpstr>Пользовательский интерфейс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User-PC</dc:creator>
  <cp:lastModifiedBy>FunPay fysXD</cp:lastModifiedBy>
  <cp:revision>3</cp:revision>
  <dcterms:modified xsi:type="dcterms:W3CDTF">2026-01-28T14:26:27Z</dcterms:modified>
</cp:coreProperties>
</file>